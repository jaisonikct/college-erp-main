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7" r:id="rId3"/>
    <p:sldId id="262" r:id="rId4"/>
    <p:sldId id="267" r:id="rId5"/>
    <p:sldId id="275" r:id="rId6"/>
    <p:sldId id="274" r:id="rId7"/>
    <p:sldId id="273" r:id="rId8"/>
    <p:sldId id="276" r:id="rId9"/>
    <p:sldId id="277" r:id="rId10"/>
    <p:sldId id="279" r:id="rId11"/>
    <p:sldId id="278" r:id="rId12"/>
    <p:sldId id="271" r:id="rId13"/>
  </p:sldIdLst>
  <p:sldSz cx="10388600" cy="58547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22" autoAdjust="0"/>
  </p:normalViewPr>
  <p:slideViewPr>
    <p:cSldViewPr>
      <p:cViewPr varScale="1">
        <p:scale>
          <a:sx n="92" d="100"/>
          <a:sy n="92" d="100"/>
        </p:scale>
        <p:origin x="845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C960D-2C9F-2456-A5B8-71E6370A5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9050AF2-D289-DB8A-0BBD-C93B8E7955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E121A71D-94B7-4ACC-00F6-710A9A16BE90}"/>
              </a:ext>
            </a:extLst>
          </p:cNvPr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DCAB3BB-7015-E615-59F5-3DEBA25A89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5" name="AutoShape 5">
            <a:extLst>
              <a:ext uri="{FF2B5EF4-FFF2-40B4-BE49-F238E27FC236}">
                <a16:creationId xmlns:a16="http://schemas.microsoft.com/office/drawing/2014/main" id="{BDDBD90A-E268-9ED5-4C38-59E29E3B9970}"/>
              </a:ext>
            </a:extLst>
          </p:cNvPr>
          <p:cNvSpPr/>
          <p:nvPr/>
        </p:nvSpPr>
        <p:spPr>
          <a:xfrm>
            <a:off x="2044700" y="2133600"/>
            <a:ext cx="62865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55AE3EA-79B5-D333-1F84-5763345DCBAA}"/>
              </a:ext>
            </a:extLst>
          </p:cNvPr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E2EB9ADA-6C83-ED2D-8AAA-1C243C669D71}"/>
              </a:ext>
            </a:extLst>
          </p:cNvPr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A6E3BB-1772-0DE3-26FD-D36571903AF9}"/>
              </a:ext>
            </a:extLst>
          </p:cNvPr>
          <p:cNvSpPr txBox="1"/>
          <p:nvPr/>
        </p:nvSpPr>
        <p:spPr>
          <a:xfrm>
            <a:off x="3060700" y="2024628"/>
            <a:ext cx="4267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CampusConnect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ERP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D74E75-B053-9940-EAEC-89EDCF82A9A0}"/>
              </a:ext>
            </a:extLst>
          </p:cNvPr>
          <p:cNvSpPr txBox="1"/>
          <p:nvPr/>
        </p:nvSpPr>
        <p:spPr>
          <a:xfrm>
            <a:off x="7332287" y="4694374"/>
            <a:ext cx="2486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Jai Soni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 No: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23MCAN0022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971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044700" y="2133600"/>
            <a:ext cx="62865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122F76-8FE1-4AC5-A7F8-8B39ED047173}"/>
              </a:ext>
            </a:extLst>
          </p:cNvPr>
          <p:cNvSpPr txBox="1"/>
          <p:nvPr/>
        </p:nvSpPr>
        <p:spPr>
          <a:xfrm>
            <a:off x="3982844" y="736094"/>
            <a:ext cx="2410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F5B284-CD66-5A51-372D-630971FF296A}"/>
              </a:ext>
            </a:extLst>
          </p:cNvPr>
          <p:cNvSpPr txBox="1"/>
          <p:nvPr/>
        </p:nvSpPr>
        <p:spPr>
          <a:xfrm>
            <a:off x="1002960" y="2330450"/>
            <a:ext cx="8382679" cy="25355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CampusConnect?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robust ERP portal designed for educational institutions.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to streamline academic and administrative operations.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offer a centralized platform for efficiently managing student and staff information.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044700" y="2133600"/>
            <a:ext cx="62865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AutoShape 7"/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0C6F54-F68B-7BAA-49C5-F192D5EA54A4}"/>
              </a:ext>
            </a:extLst>
          </p:cNvPr>
          <p:cNvSpPr txBox="1"/>
          <p:nvPr/>
        </p:nvSpPr>
        <p:spPr>
          <a:xfrm>
            <a:off x="3421218" y="717550"/>
            <a:ext cx="3546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en-IN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4F5298-F4B9-22B1-112B-AB5468F6D686}"/>
              </a:ext>
            </a:extLst>
          </p:cNvPr>
          <p:cNvSpPr txBox="1"/>
          <p:nvPr/>
        </p:nvSpPr>
        <p:spPr>
          <a:xfrm>
            <a:off x="1171404" y="1860550"/>
            <a:ext cx="8045792" cy="33665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Inefficiencies in manual record-keeping.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 in tracking student progress and staff schedules.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risk of data loss with paper-based systems.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communication and data management.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automated, secure, and unified solution to overcome these challenges.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044700" y="2133600"/>
            <a:ext cx="62865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AutoShape 7"/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4F95CE-C8E0-5161-FD97-B0D10DB2111C}"/>
              </a:ext>
            </a:extLst>
          </p:cNvPr>
          <p:cNvSpPr txBox="1"/>
          <p:nvPr/>
        </p:nvSpPr>
        <p:spPr>
          <a:xfrm>
            <a:off x="3231324" y="664730"/>
            <a:ext cx="39132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Objectives</a:t>
            </a:r>
            <a:endParaRPr lang="en-IN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579D1E-5247-4940-6EAA-54FABAD879E0}"/>
              </a:ext>
            </a:extLst>
          </p:cNvPr>
          <p:cNvSpPr txBox="1"/>
          <p:nvPr/>
        </p:nvSpPr>
        <p:spPr>
          <a:xfrm>
            <a:off x="1155700" y="1385396"/>
            <a:ext cx="6474849" cy="33665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student and staff information management.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attendance monitoring.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notifications management for smooth communication.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Goals: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data security and controlled user accessibility.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to accommodate large datasets.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Intuitive and user-friendly interface for seamless usability.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5B888-BF0C-EF51-6E70-10EF5F8EB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AC15F92-B4C9-4F22-6ECE-8C6FA7DB78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6A4E6528-C182-2296-9CDA-BE467875AC94}"/>
              </a:ext>
            </a:extLst>
          </p:cNvPr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4D13C04-395E-942A-4AB5-41223B23B3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5" name="AutoShape 5">
            <a:extLst>
              <a:ext uri="{FF2B5EF4-FFF2-40B4-BE49-F238E27FC236}">
                <a16:creationId xmlns:a16="http://schemas.microsoft.com/office/drawing/2014/main" id="{3284FDAE-0E78-952E-202C-89172B085534}"/>
              </a:ext>
            </a:extLst>
          </p:cNvPr>
          <p:cNvSpPr/>
          <p:nvPr/>
        </p:nvSpPr>
        <p:spPr>
          <a:xfrm>
            <a:off x="2044700" y="2133600"/>
            <a:ext cx="62865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89E15F97-C372-8B0C-0C38-955155EB60EC}"/>
              </a:ext>
            </a:extLst>
          </p:cNvPr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51B03315-D131-DAD1-FB41-057AC09EFB35}"/>
              </a:ext>
            </a:extLst>
          </p:cNvPr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387117-023F-6054-3974-169F116B4A2F}"/>
              </a:ext>
            </a:extLst>
          </p:cNvPr>
          <p:cNvSpPr txBox="1"/>
          <p:nvPr/>
        </p:nvSpPr>
        <p:spPr>
          <a:xfrm>
            <a:off x="3864449" y="717550"/>
            <a:ext cx="26597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6207C5-093E-983F-00BF-55C687F1E2B3}"/>
              </a:ext>
            </a:extLst>
          </p:cNvPr>
          <p:cNvSpPr txBox="1"/>
          <p:nvPr/>
        </p:nvSpPr>
        <p:spPr>
          <a:xfrm>
            <a:off x="2044700" y="1784350"/>
            <a:ext cx="5780172" cy="33665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Django (Python Framework)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for secure and optimized data storage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 management.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role segmentation (Students, Staff, Administrators).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task and course management.</a:t>
            </a:r>
          </a:p>
        </p:txBody>
      </p:sp>
    </p:spTree>
    <p:extLst>
      <p:ext uri="{BB962C8B-B14F-4D97-AF65-F5344CB8AC3E}">
        <p14:creationId xmlns:p14="http://schemas.microsoft.com/office/powerpoint/2010/main" val="2012603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AF4A9-A4FD-5C24-2ABA-088AB264B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AB83EF5-8EB2-11D4-DC91-F80DE587EC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DA35B86D-5040-7E2F-73F4-4C3F68DFD594}"/>
              </a:ext>
            </a:extLst>
          </p:cNvPr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1D9A20F-2E70-C170-FDAF-B13FC560A9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5" name="AutoShape 5">
            <a:extLst>
              <a:ext uri="{FF2B5EF4-FFF2-40B4-BE49-F238E27FC236}">
                <a16:creationId xmlns:a16="http://schemas.microsoft.com/office/drawing/2014/main" id="{B294A155-1055-13F3-7E75-F37470C3FEE1}"/>
              </a:ext>
            </a:extLst>
          </p:cNvPr>
          <p:cNvSpPr/>
          <p:nvPr/>
        </p:nvSpPr>
        <p:spPr>
          <a:xfrm>
            <a:off x="2044700" y="2133600"/>
            <a:ext cx="62865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719F1AB7-5171-98A9-EB3A-AB7B7FADCE31}"/>
              </a:ext>
            </a:extLst>
          </p:cNvPr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548745-FE76-580A-DC04-47CD9C25A424}"/>
              </a:ext>
            </a:extLst>
          </p:cNvPr>
          <p:cNvSpPr txBox="1"/>
          <p:nvPr/>
        </p:nvSpPr>
        <p:spPr>
          <a:xfrm>
            <a:off x="3180768" y="717550"/>
            <a:ext cx="40270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Lifecycle</a:t>
            </a:r>
            <a:endParaRPr lang="en-IN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1C6DFE5-A435-FA85-BF49-9F91A3D7C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550" y="2133600"/>
            <a:ext cx="7924800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Identifying system needs.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Structuring the database schema and UI/UX.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Implementing frontend, backend, and modules.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Conducting functional and security tests.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Rolling out and gathering feedback </a:t>
            </a:r>
          </a:p>
        </p:txBody>
      </p:sp>
    </p:spTree>
    <p:extLst>
      <p:ext uri="{BB962C8B-B14F-4D97-AF65-F5344CB8AC3E}">
        <p14:creationId xmlns:p14="http://schemas.microsoft.com/office/powerpoint/2010/main" val="244995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E7BE3-90B7-C4BE-8DD5-D18072380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47C83CC-8782-5B4C-68FA-82E26E4832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5E422880-7B1A-448C-9A05-A30A3D848BB0}"/>
              </a:ext>
            </a:extLst>
          </p:cNvPr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4DFBFA94-D31E-AF9A-673F-036797FA8B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5" name="AutoShape 5">
            <a:extLst>
              <a:ext uri="{FF2B5EF4-FFF2-40B4-BE49-F238E27FC236}">
                <a16:creationId xmlns:a16="http://schemas.microsoft.com/office/drawing/2014/main" id="{60A5B104-8360-29D9-7339-37BAF5FA3E25}"/>
              </a:ext>
            </a:extLst>
          </p:cNvPr>
          <p:cNvSpPr/>
          <p:nvPr/>
        </p:nvSpPr>
        <p:spPr>
          <a:xfrm>
            <a:off x="2044700" y="2133600"/>
            <a:ext cx="62865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191A7D28-2AA7-44C7-E513-9907B94FA0DE}"/>
              </a:ext>
            </a:extLst>
          </p:cNvPr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E6DC34BE-CD18-45F5-0A04-B5AA86527513}"/>
              </a:ext>
            </a:extLst>
          </p:cNvPr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85DE0B-CE30-08D8-D28A-4676D6F7263E}"/>
              </a:ext>
            </a:extLst>
          </p:cNvPr>
          <p:cNvSpPr txBox="1"/>
          <p:nvPr/>
        </p:nvSpPr>
        <p:spPr>
          <a:xfrm>
            <a:off x="3886089" y="641350"/>
            <a:ext cx="2616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Features</a:t>
            </a:r>
            <a:endParaRPr lang="en-IN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33DE0B3-F7DB-6115-E7A0-0EEAEE677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2320452"/>
            <a:ext cx="8229600" cy="128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Attendance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Real-time student and staff tracking.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Course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Assignments, curriculum updates, and batch tracking.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Task alerts, deadlines, and important updates. </a:t>
            </a:r>
          </a:p>
        </p:txBody>
      </p:sp>
    </p:spTree>
    <p:extLst>
      <p:ext uri="{BB962C8B-B14F-4D97-AF65-F5344CB8AC3E}">
        <p14:creationId xmlns:p14="http://schemas.microsoft.com/office/powerpoint/2010/main" val="1343428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E9FF9-C6C1-496B-8045-86CB55391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7880A6B-B7FA-4AD0-2EE1-7E7DCA40D0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CE63A2BA-C258-8DCF-E2D1-96619CF16F00}"/>
              </a:ext>
            </a:extLst>
          </p:cNvPr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BC7DCB4-9EAE-18EB-2E63-1D7F60C0B0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5" name="AutoShape 5">
            <a:extLst>
              <a:ext uri="{FF2B5EF4-FFF2-40B4-BE49-F238E27FC236}">
                <a16:creationId xmlns:a16="http://schemas.microsoft.com/office/drawing/2014/main" id="{84E238AD-1E49-E817-EA93-1DB41640E035}"/>
              </a:ext>
            </a:extLst>
          </p:cNvPr>
          <p:cNvSpPr/>
          <p:nvPr/>
        </p:nvSpPr>
        <p:spPr>
          <a:xfrm>
            <a:off x="2044700" y="2133600"/>
            <a:ext cx="62865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55A27293-FF5A-53B1-4B0A-B94C50B49F46}"/>
              </a:ext>
            </a:extLst>
          </p:cNvPr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FFC5EE26-6533-B4D9-2816-ABAF6C265A30}"/>
              </a:ext>
            </a:extLst>
          </p:cNvPr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D06B78-71A1-8947-BC49-1C7D2C41CAF5}"/>
              </a:ext>
            </a:extLst>
          </p:cNvPr>
          <p:cNvSpPr txBox="1"/>
          <p:nvPr/>
        </p:nvSpPr>
        <p:spPr>
          <a:xfrm>
            <a:off x="3285668" y="759058"/>
            <a:ext cx="38172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Validations</a:t>
            </a:r>
            <a:endParaRPr lang="en-IN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35DA9D-0443-5E6A-044C-5E9709317251}"/>
              </a:ext>
            </a:extLst>
          </p:cNvPr>
          <p:cNvSpPr txBox="1"/>
          <p:nvPr/>
        </p:nvSpPr>
        <p:spPr>
          <a:xfrm>
            <a:off x="1612900" y="20129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6D464E3-4587-7660-EFC9-BD66669C2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" y="2400279"/>
            <a:ext cx="8763000" cy="128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 Testing: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Validating individual features such as attendance and reporting.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Ensuring smooth interaction between different system modules.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Testing: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Implementing data encryption and secure user access measures. </a:t>
            </a:r>
          </a:p>
        </p:txBody>
      </p:sp>
    </p:spTree>
    <p:extLst>
      <p:ext uri="{BB962C8B-B14F-4D97-AF65-F5344CB8AC3E}">
        <p14:creationId xmlns:p14="http://schemas.microsoft.com/office/powerpoint/2010/main" val="1139716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9F212-482D-DC5C-D629-1998605EE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A8C6AE5-589C-4864-15E3-4FB21A6E4C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FF8C2B20-2586-10EB-AE98-58CAD9987EBC}"/>
              </a:ext>
            </a:extLst>
          </p:cNvPr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F2AFE1D-4E60-51DD-5B1F-827E9A3787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5" name="AutoShape 5">
            <a:extLst>
              <a:ext uri="{FF2B5EF4-FFF2-40B4-BE49-F238E27FC236}">
                <a16:creationId xmlns:a16="http://schemas.microsoft.com/office/drawing/2014/main" id="{F6D65064-504E-1082-D92F-343D0B3309CE}"/>
              </a:ext>
            </a:extLst>
          </p:cNvPr>
          <p:cNvSpPr/>
          <p:nvPr/>
        </p:nvSpPr>
        <p:spPr>
          <a:xfrm>
            <a:off x="2044700" y="2133600"/>
            <a:ext cx="62865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891BE17-FEF0-C141-7A8C-04037D123F8E}"/>
              </a:ext>
            </a:extLst>
          </p:cNvPr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861F9D78-9839-B6EC-75C0-4B0F34AE9BA7}"/>
              </a:ext>
            </a:extLst>
          </p:cNvPr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3CAF20-1E69-DCF7-B0A8-33A24A9EF394}"/>
              </a:ext>
            </a:extLst>
          </p:cNvPr>
          <p:cNvSpPr txBox="1"/>
          <p:nvPr/>
        </p:nvSpPr>
        <p:spPr>
          <a:xfrm>
            <a:off x="4133753" y="641350"/>
            <a:ext cx="21210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IN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91BB008-9182-358C-AF0D-93C63977A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" y="2133600"/>
            <a:ext cx="9372600" cy="128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 Dependency: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Some features require a stable connection.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Offline Access: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Some functionalities may not be available offline.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Advanced analytics will be integrated in upcoming updates. </a:t>
            </a:r>
          </a:p>
        </p:txBody>
      </p:sp>
    </p:spTree>
    <p:extLst>
      <p:ext uri="{BB962C8B-B14F-4D97-AF65-F5344CB8AC3E}">
        <p14:creationId xmlns:p14="http://schemas.microsoft.com/office/powerpoint/2010/main" val="3292045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726B0-9559-84CC-1876-C9E1BFFF7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01D90B9-FEDD-9BA2-A448-0622A89B61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CEE8AD2A-59D9-4E14-D2E1-07F31E23322E}"/>
              </a:ext>
            </a:extLst>
          </p:cNvPr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E42BD41-C7D7-7FF3-CBE9-37B2AC8C42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5" name="AutoShape 5">
            <a:extLst>
              <a:ext uri="{FF2B5EF4-FFF2-40B4-BE49-F238E27FC236}">
                <a16:creationId xmlns:a16="http://schemas.microsoft.com/office/drawing/2014/main" id="{B3748FDF-AB8F-2CA3-FD14-B9396CCBFA2A}"/>
              </a:ext>
            </a:extLst>
          </p:cNvPr>
          <p:cNvSpPr/>
          <p:nvPr/>
        </p:nvSpPr>
        <p:spPr>
          <a:xfrm>
            <a:off x="2044700" y="2133600"/>
            <a:ext cx="62865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DBBDC95A-1A38-4C93-80F8-EDACC533FDA6}"/>
              </a:ext>
            </a:extLst>
          </p:cNvPr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72CFB07F-5F79-3165-866E-2CCD2421CEC7}"/>
              </a:ext>
            </a:extLst>
          </p:cNvPr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1D2F5D-011E-2952-AE78-5BB3681C4B2D}"/>
              </a:ext>
            </a:extLst>
          </p:cNvPr>
          <p:cNvSpPr txBox="1"/>
          <p:nvPr/>
        </p:nvSpPr>
        <p:spPr>
          <a:xfrm>
            <a:off x="3191989" y="641350"/>
            <a:ext cx="40046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IN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1712273-5E95-8F7E-AB76-89F63611AF5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58850" y="2213380"/>
            <a:ext cx="8458200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integration for improved accessibility.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AI-driven analytics for performance tracking.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visual reports with interactive dashboards.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Offline functionality with real-time synchronization. </a:t>
            </a:r>
          </a:p>
        </p:txBody>
      </p:sp>
    </p:spTree>
    <p:extLst>
      <p:ext uri="{BB962C8B-B14F-4D97-AF65-F5344CB8AC3E}">
        <p14:creationId xmlns:p14="http://schemas.microsoft.com/office/powerpoint/2010/main" val="1938857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1191E-99D4-27F2-6ADC-F81315980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81A503F-B66D-7307-C76E-C947911E0F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F4068B14-D719-D46D-6F00-FAFB36D52509}"/>
              </a:ext>
            </a:extLst>
          </p:cNvPr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4303045-22AA-7666-62A9-BB39AFED1C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5" name="AutoShape 5">
            <a:extLst>
              <a:ext uri="{FF2B5EF4-FFF2-40B4-BE49-F238E27FC236}">
                <a16:creationId xmlns:a16="http://schemas.microsoft.com/office/drawing/2014/main" id="{FA0C6869-D384-8507-54C2-D610089982FF}"/>
              </a:ext>
            </a:extLst>
          </p:cNvPr>
          <p:cNvSpPr/>
          <p:nvPr/>
        </p:nvSpPr>
        <p:spPr>
          <a:xfrm>
            <a:off x="2044700" y="2133600"/>
            <a:ext cx="62865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5342E2B8-ACE9-BEDC-CCF2-CA8F351EBE85}"/>
              </a:ext>
            </a:extLst>
          </p:cNvPr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B57C35F4-8AB8-6F17-1FAB-FA58B993AC04}"/>
              </a:ext>
            </a:extLst>
          </p:cNvPr>
          <p:cNvSpPr/>
          <p:nvPr/>
        </p:nvSpPr>
        <p:spPr>
          <a:xfrm>
            <a:off x="850900" y="2241550"/>
            <a:ext cx="8915400" cy="182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CampusConnect is a secure, efficient, and centralized ERP solution designed to streamline educational institution processes.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Focus: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Automating and integrating academic and administrative tasks.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Vision: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Continuous improvements to enhance scalability and functionality.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151104-F13A-199E-C0FA-0759C86AE566}"/>
              </a:ext>
            </a:extLst>
          </p:cNvPr>
          <p:cNvSpPr txBox="1"/>
          <p:nvPr/>
        </p:nvSpPr>
        <p:spPr>
          <a:xfrm>
            <a:off x="4132951" y="565150"/>
            <a:ext cx="21226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420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270000" y="2908300"/>
            <a:ext cx="78486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TextBox 7"/>
          <p:cNvSpPr txBox="1"/>
          <p:nvPr/>
        </p:nvSpPr>
        <p:spPr>
          <a:xfrm>
            <a:off x="1270000" y="2032000"/>
            <a:ext cx="78486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4800" b="1" dirty="0">
                <a:solidFill>
                  <a:srgbClr val="2F1B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70000" y="2908300"/>
            <a:ext cx="78486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24E966-D385-072E-6B1C-02D9C92BDCEE}"/>
              </a:ext>
            </a:extLst>
          </p:cNvPr>
          <p:cNvSpPr txBox="1"/>
          <p:nvPr/>
        </p:nvSpPr>
        <p:spPr>
          <a:xfrm>
            <a:off x="7327900" y="4236134"/>
            <a:ext cx="2486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Jai Soni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 No: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23MCAN0022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438</Words>
  <Application>Microsoft Office PowerPoint</Application>
  <PresentationFormat>Custom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jai soni</dc:creator>
  <cp:lastModifiedBy>jai soni</cp:lastModifiedBy>
  <cp:revision>4</cp:revision>
  <dcterms:created xsi:type="dcterms:W3CDTF">2006-08-16T00:00:00Z</dcterms:created>
  <dcterms:modified xsi:type="dcterms:W3CDTF">2025-01-31T13:38:54Z</dcterms:modified>
</cp:coreProperties>
</file>